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366F1"/>
                </a:solidFill>
                <a:latin typeface="Calibri"/>
              </a:defRPr>
            </a:pPr>
            <a:r>
              <a:t>Resume Screener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10896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8FA3"/>
                </a:solidFill>
                <a:latin typeface="Calibri"/>
              </a:defRPr>
            </a:pPr>
            <a:r>
              <a:t>Intelligent Resume-to-Job-Description matching</a:t>
            </a:r>
            <a:br/>
            <a:r>
              <a:t>powered by Google Gemini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4114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  <a:latin typeface="Calibri"/>
              </a:defRPr>
            </a:pPr>
            <a:r>
              <a:t>━━━━━━━━━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5E72"/>
                </a:solidFill>
                <a:latin typeface="Calibri"/>
              </a:defRPr>
            </a:pPr>
            <a:r>
              <a:t>QUANTUM BITS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●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The Hiring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F4444"/>
                </a:solidFill>
                <a:latin typeface="Calibri"/>
              </a:defRPr>
            </a:pPr>
            <a:r>
              <a:t>250+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E72"/>
                </a:solidFill>
                <a:latin typeface="Calibri"/>
              </a:defRPr>
            </a:pPr>
            <a:r>
              <a:t>Resumes per job posting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Calibri"/>
              </a:defRPr>
            </a:pPr>
            <a:r>
              <a:t>23 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E72"/>
                </a:solidFill>
                <a:latin typeface="Calibri"/>
              </a:defRPr>
            </a:pPr>
            <a:r>
              <a:t>Avg. time per manual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C4899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E72"/>
                </a:solidFill>
                <a:latin typeface="Calibri"/>
              </a:defRPr>
            </a:pPr>
            <a:r>
              <a:t>Resumes are unqualified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891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Manual screening is slow, biased, and inconsistent — costing companies time and top talent.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●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AI-Powered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945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Upload a resume and job description → Get an instant match score,</a:t>
            </a:r>
            <a:br/>
            <a:r>
              <a:t>skill gap analysis, and a summary — all in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347472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📄 Upload PDF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Resume &amp; JD in PDF or text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8487" y="347472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🤖 AI Analysis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Gemini LLM evaluates the match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7527" y="347472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📊 Score &amp; Report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Match %, matching &amp; missing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●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945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A modern full-stack architecture combining Python and JavaScript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320040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🐍 Python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3421227" y="320040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⚡ FastAPI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6233007" y="320040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🦜 LangChain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044787" y="320040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✨ Gemini AI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9447" y="466344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⚛️ React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3421227" y="466344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🚀 Vite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233007" y="466344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📜 PyPDF2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9044787" y="466344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🎨 CSS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●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8FA3"/>
                </a:solidFill>
                <a:latin typeface="Calibri"/>
              </a:defRPr>
            </a:pPr>
            <a:r>
              <a:t>👤 User  →  ⚛️ React Frontend  →  🔗 REST API  →  ⚡ FastAPI  →  📄 PDF Parser  →  🤖 Gemini LLM  →  📊 JSON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5E72"/>
                </a:solidFill>
                <a:latin typeface="Calibri"/>
              </a:defRPr>
            </a:pPr>
            <a:r>
              <a:t>End-to-end pipeline from resume upload to AI-powered scoring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●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FastAPI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High-performance Python framework with automatic API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926080"/>
            <a:ext cx="9418320" cy="27432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8B8FA3"/>
                </a:solidFill>
                <a:latin typeface="Courier New"/>
              </a:defRPr>
            </a:pPr>
            <a:r>
              <a:t>from fastapi import FastAPI, UploadFile, File, Form</a:t>
            </a:r>
            <a:br/>
            <a:r>
              <a:t>from fastapi.middleware.cors import CORSMiddleware</a:t>
            </a:r>
            <a:br/>
            <a:br/>
            <a:r>
              <a:t>app = FastAPI(title="Resume Screening AI")</a:t>
            </a:r>
            <a:br/>
            <a:br/>
            <a:r>
              <a:t>@app.post("/analyze")</a:t>
            </a:r>
            <a:br/>
            <a:r>
              <a:t>async def analyze(</a:t>
            </a:r>
            <a:br/>
            <a:r>
              <a:t>    resume: UploadFile = File(...),</a:t>
            </a:r>
            <a:br/>
            <a:r>
              <a:t>    job_description: str = Form(None),</a:t>
            </a:r>
            <a:br/>
            <a:r>
              <a:t>    job_description_file: UploadFile = File(None)</a:t>
            </a:r>
            <a:br/>
            <a:r>
              <a:t>):</a:t>
            </a:r>
            <a:br/>
            <a:r>
              <a:t>    # Parse → Analyze → Return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●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PDF Parsing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Extracts raw text from uploaded PDF files using PyPDF2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8B8FA3"/>
                </a:solidFill>
                <a:latin typeface="Courier New"/>
              </a:defRPr>
            </a:pPr>
            <a:r>
              <a:t>import PyPDF2, io</a:t>
            </a:r>
            <a:br/>
            <a:br/>
            <a:r>
              <a:t>def extract_text_from_pdf(file_content: bytes) -&gt; str:</a:t>
            </a:r>
            <a:br/>
            <a:r>
              <a:t>    """Extracts text from a PDF file content."""</a:t>
            </a:r>
            <a:br/>
            <a:r>
              <a:t>    pdf_reader = PyPDF2.PdfReader(io.BytesIO(file_content))</a:t>
            </a:r>
            <a:br/>
            <a:r>
              <a:t>    text = ""</a:t>
            </a:r>
            <a:br/>
            <a:r>
              <a:t>    for page in pdf_reader.pages:</a:t>
            </a:r>
            <a:br/>
            <a:r>
              <a:t>        text += page.extract_text() or ""</a:t>
            </a:r>
            <a:br/>
            <a:r>
              <a:t>    return text.strip()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548640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📥 Input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Raw PDF bytes from file upload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548640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📤 Output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Clean plain text for LLM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  <a:latin typeface="Calibri"/>
              </a:defRPr>
            </a:pPr>
            <a:r>
              <a:t>● AI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LLM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LangChain orchestrates the prompt → Gemini → structured output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926080"/>
            <a:ext cx="9418320" cy="25603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8B8FA3"/>
                </a:solidFill>
                <a:latin typeface="Courier New"/>
              </a:defRPr>
            </a:pPr>
            <a:r>
              <a:t>class ResumeScore(BaseModel):</a:t>
            </a:r>
            <a:br/>
            <a:r>
              <a:t>    score: int             # Match 0–100</a:t>
            </a:r>
            <a:br/>
            <a:r>
              <a:t>    matching_skills: List[str]  # Skills found in both</a:t>
            </a:r>
            <a:br/>
            <a:r>
              <a:t>    missing_skills: List[str]   # Required but absent</a:t>
            </a:r>
            <a:br/>
            <a:r>
              <a:t>    summary: str            # Brief suitability note</a:t>
            </a:r>
            <a:br/>
            <a:br/>
            <a:r>
              <a:t>llm = ChatGoogleGenerativeAI(model="gemini-flash-latest")</a:t>
            </a:r>
            <a:br/>
            <a:r>
              <a:t>parser = JsonOutputParser(pydantic_object=ResumeScore)</a:t>
            </a:r>
            <a:br/>
            <a:br/>
            <a:r>
              <a:t>chain = prompt | llm | parser  # LangChain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●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Structured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Pydantic model ensures type-safe, validated JSON output from the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292608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📊 Score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0–100 integer match percentage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92608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✅ Matching Skills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Skills present in both resume &amp; JD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292608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❌ Missing Skills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Required skills not found in resume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4787" y="2926080"/>
            <a:ext cx="253746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📝 Summary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Brief AI analysis of 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9418320" cy="18288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8B8FA3"/>
                </a:solidFill>
                <a:latin typeface="Courier New"/>
              </a:defRPr>
            </a:pPr>
            <a:r>
              <a:t>// Example API Response</a:t>
            </a:r>
            <a:br/>
            <a:r>
              <a:t>{</a:t>
            </a:r>
            <a:br/>
            <a:r>
              <a:t>  "score": 82,</a:t>
            </a:r>
            <a:br/>
            <a:r>
              <a:t>  "matching_skills": ["Python", "React", "SQL"],</a:t>
            </a:r>
            <a:br/>
            <a:r>
              <a:t>  "missing_skills": ["Docker", "AWS"],</a:t>
            </a:r>
            <a:br/>
            <a:r>
              <a:t>  "summary": "Strong match with minor gaps..."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●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React + Vite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Fast, responsive single-page application with modern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301752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⚛️ React 19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Latest React with hooks for state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301752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🚀 Vite 7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Lightning-fast HMR dev server and optimized bundling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448056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🎨 Glassmorphism CSS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Custom design system with CSS variables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448056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📡 Axios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Clean HTTP client for FormData uploads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●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User Interface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447" y="228600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📤 Resume Upload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Drag &amp; drop zone for PDF resumes with file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58487" y="228600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📝 JD Input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Toggle between pasting text and uploading a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7527" y="228600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🔘 Analyze CTA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Full-width button with loading spinner animation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3749039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🎯 Score Ring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Animated SVG circle showing match percentage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487" y="3749039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📊 Skills Tags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Green/red tagged chips for matching &amp; missing skills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7527" y="3749039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📋 Summary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AI-generated paragraph about candidate suitability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●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Score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Dynamic SVG ring with color-coded match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743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22C55E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E72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502920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🟢 ≥ 75%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Green — Strong match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487" y="502920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🟡 50–74%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Amber — Moderate 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7527" y="502920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🔴 &lt; 50%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Red — Weak match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●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RESTful 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Single endpoint powered by FastAPI with automatic OpenAPI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926080"/>
            <a:ext cx="9418320" cy="22860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8B8FA3"/>
                </a:solidFill>
                <a:latin typeface="Courier New"/>
              </a:defRPr>
            </a:pPr>
            <a:r>
              <a:t># Endpoint</a:t>
            </a:r>
            <a:br/>
            <a:r>
              <a:t>POST /analyze</a:t>
            </a:r>
            <a:br/>
            <a:br/>
            <a:r>
              <a:t># Request (multipart/form-data)</a:t>
            </a:r>
            <a:br/>
            <a:r>
              <a:t>  resume:               File   (required, PDF)</a:t>
            </a:r>
            <a:br/>
            <a:r>
              <a:t>  job_description:      string (optional, text)</a:t>
            </a:r>
            <a:br/>
            <a:r>
              <a:t>  job_description_file: File   (optional, PDF)</a:t>
            </a:r>
            <a:br/>
            <a:br/>
            <a:r>
              <a:t># Response (application/json)</a:t>
            </a:r>
            <a:br/>
            <a:r>
              <a:t>  { score, matching_skills, missing_skills, summary }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548640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🔀 CORS Enabled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Allows cross-origin requests from any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548640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📖 Auto Docs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Swagger UI at /docs — test the API interactively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  <a:latin typeface="Calibri"/>
              </a:defRPr>
            </a:pPr>
            <a:r>
              <a:t>●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LangChain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A composable chain: Prompt → LLM → Parser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292608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📝 Prompt Template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Injects resume + JD + format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8487" y="292608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🤖 Gemini Flash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Processes &amp; evaluates match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7527" y="292608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📊 JSON Parser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Validates into Pydantic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754880"/>
            <a:ext cx="9418320" cy="16459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8B8FA3"/>
                </a:solidFill>
                <a:latin typeface="Courier New"/>
              </a:defRPr>
            </a:pPr>
            <a:r>
              <a:t>chain = prompt | llm | parser</a:t>
            </a:r>
            <a:br/>
            <a:r>
              <a:t>result = chain.invoke({</a:t>
            </a:r>
            <a:br/>
            <a:r>
              <a:t>    "resume_text": resume_text,</a:t>
            </a:r>
            <a:br/>
            <a:r>
              <a:t>    "job_description": job_description,</a:t>
            </a:r>
            <a:br/>
            <a:r>
              <a:t>    "format_instructions": parser.get_format_instructions()</a:t>
            </a:r>
            <a:br/>
            <a:r>
              <a:t>})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● FLEXIBILITY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Dual JD Input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Users can provide job descriptions in two 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301752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📝 Paste Text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Quick for short JDs</a:t>
            </a:r>
            <a:br/>
            <a:r>
              <a:t>Copy from job boards</a:t>
            </a:r>
            <a:br/>
            <a:r>
              <a:t>Instant — no file needed</a:t>
            </a:r>
            <a:br/>
            <a:r>
              <a:t>Edit before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301752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📄 Upload PDF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Full formatted JDs</a:t>
            </a:r>
            <a:br/>
            <a:r>
              <a:t>Preserves document layout</a:t>
            </a:r>
            <a:br/>
            <a:r>
              <a:t>Multi-page support</a:t>
            </a:r>
            <a:br/>
            <a:r>
              <a:t>Same PyPDF2 engine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●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Comprehensive validation at every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301752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🔒 File Validation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Only PDF files accepted — non-PDF uploads rejected with 400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301752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📋 Missing Input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JD is required — clear error if neither text nor file provided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448056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🖥️ Frontend Guards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Client-side validation prevents premature submission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448056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🔎 Server Traceback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Full stack traces logged on failure for fast debugging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●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Clean, minimal UI with CSS variables and responsive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301752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🎨 Slate Palette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10-shade slate color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8487" y="301752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✨ Micro Animations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slideUp, spinner, ring transitions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7527" y="301752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📱 Responsive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Breakpoint at 600px — stacks layouts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" y="448056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🔤 Inter Font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Google Fonts with weights 400–700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448056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📐 Layout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Flexbox with 640px max-width container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7527" y="448056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💫 Hover Effects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Border color transitions, button shifts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●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Hosting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Flexible deployment options for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301752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🖥️ Backend Hosting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Render / Railway — FastAPI with uvicorn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301752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🌐 Frontend Hosting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Vercel / Netlify — Vite dist folder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448056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🔗 Unified Mode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Backend serves frontend dist — single 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4480560"/>
            <a:ext cx="534924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🚇 Dev Tunneling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ngrok for instant public URLs during dev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●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3"/>
                </a:solidFill>
                <a:latin typeface="Calibri"/>
              </a:defRPr>
            </a:pPr>
            <a:r>
              <a:t>✓  Instant AI-powered resume-to-JD matching with 0–100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3"/>
                </a:solidFill>
                <a:latin typeface="Calibri"/>
              </a:defRPr>
            </a:pPr>
            <a:r>
              <a:t>✓  Skill gap analysis — see exactly which skills match and which are missing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3"/>
                </a:solidFill>
                <a:latin typeface="Calibri"/>
              </a:defRPr>
            </a:pPr>
            <a:r>
              <a:t>✓  Dual input modes — paste text or upload PDF for job descriptions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3"/>
                </a:solidFill>
                <a:latin typeface="Calibri"/>
              </a:defRPr>
            </a:pPr>
            <a:r>
              <a:t>✓  Beautiful responsive UI with animations and glassmorphism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3"/>
                </a:solidFill>
                <a:latin typeface="Calibri"/>
              </a:defRPr>
            </a:pPr>
            <a:r>
              <a:t>✓  Structured JSON output validated by Pydantic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3"/>
                </a:solidFill>
                <a:latin typeface="Calibri"/>
              </a:defRPr>
            </a:pPr>
            <a:r>
              <a:t>✓  LangChain pipeline with Google Gemini Flash for fast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577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3"/>
                </a:solidFill>
                <a:latin typeface="Calibri"/>
              </a:defRPr>
            </a:pPr>
            <a:r>
              <a:t>✓  Production-ready with CORS, error handling, and env config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●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447" y="228600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📦 Batch Processing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Upload multiple resumes and rank them against a single JD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58487" y="228600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🗃️ Database Storage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Store past analyses for comparison and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7527" y="2286000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🔐 Authentication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User accounts for recruiters to manage pipelines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3749039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📈 Analytics Dashboard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Visualize hiring trends, skill demands, and pools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487" y="3749039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💡 Resume Improvement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AI suggestions for candidates to improve scores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7527" y="3749039"/>
            <a:ext cx="3474720" cy="128016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5"/>
                </a:solidFill>
                <a:latin typeface="Calibri"/>
              </a:defRPr>
            </a:pPr>
            <a:r>
              <a:t>🔌 ATS Integration</a:t>
            </a:r>
          </a:p>
          <a:p>
            <a:pPr>
              <a:defRPr sz="1000">
                <a:solidFill>
                  <a:srgbClr val="8B8FA3"/>
                </a:solidFill>
                <a:latin typeface="Calibri"/>
              </a:defRPr>
            </a:pPr>
            <a:r>
              <a:t>Connect with existing Applicant Tracking Systems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366F1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  <a:latin typeface="Calibri"/>
              </a:defRPr>
            </a:pPr>
            <a:r>
              <a:t>━━━━━━━━━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8FA3"/>
                </a:solidFill>
                <a:latin typeface="Calibri"/>
              </a:defRPr>
            </a:pPr>
            <a:r>
              <a:t>Resume Screener AI — by Quantum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389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E72"/>
                </a:solidFill>
                <a:latin typeface="Calibri"/>
              </a:defRPr>
            </a:pPr>
            <a:r>
              <a:t>Built with FastAPI • React • LangChain • Google Gemini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